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C001-4762-9C59-841A-7846D51F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A7F03-BAF6-AC99-BEEC-8DDB2A1E5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BAE5-22CF-BAD2-C889-07B9B2751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70FA8-EEDF-1C5F-1274-2F79E11F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2AB38-C620-8469-5077-C468AA48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6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843A-FBD6-7253-3406-9555F6ED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40336-10E7-15E9-27AE-7F569A84A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4EABE-4987-369C-B9E8-EB24986E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D41AE-0802-C7BF-57A3-C346B8EE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7E21D-294B-2C87-49E2-2A7144C0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7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3A9CF-3888-1E13-3840-CAE62E0FE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E6CE8-9FFE-85FE-E9BC-5B1E8491F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27631-364D-1B23-DDD7-3C88192C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31070-E878-E14F-0765-88CCBD26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E094A-A6D6-00F3-5985-841199FA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0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742F-F055-8642-914B-AB98D785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D83C9-D95A-B4F5-BBA3-70A63925B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85AE2-1F8A-76A5-D35E-90D1C89ED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C28A5-92AC-A653-82ED-9332B2D3F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747A2-BD3E-0361-7DC1-3C47729C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3C4B6-5702-21EF-762A-7EE4E33D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3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FA10-2BA1-5365-14F5-59C38052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88338-80D7-6380-2E9C-1534B99C2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EF4FF-DEA4-9256-3CDF-50C121C76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EB877-E4FA-4956-F5BB-A86579403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BC976-BFD9-3C17-5BBF-0695847E0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E77B4D-03EA-7D66-B78C-29F925F6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22AB9-886F-6685-855D-664BA762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C602E8-6F44-3A63-14EA-777B20B62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4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A77-BB6D-6FDB-8B6C-81D8EF148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9E115-83C1-CED6-969E-EBA714ED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59478-2AA8-8300-27DA-D95A5451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DF309-6334-98C1-9185-45C0C095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71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89FE9-A0B4-E3F6-BA7C-97C60BDC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05B88-A898-9708-A73B-3B3612FE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9D360-0984-1335-D6F3-AF3AD8FA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9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3995-A2D2-B5C8-A88D-348C6E63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58A64-F5B0-6DA4-2878-6CCC56C34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76ACC-C78F-3703-885E-9805E115E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70694-E2FA-96B3-C08A-472F84FD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11223-C597-298B-C832-3F103AA19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6D010-83EF-E7E1-3E78-E8F2AD66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6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0A127-1297-1E4D-A610-E82848C3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18ADFD-7B41-842C-9DA3-5227328C1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3BB76-EBAC-CDC4-2178-0076ED6CC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99D28-B7F0-4234-AE1C-74EF7D76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07B07-DEE3-23E6-61A4-910A802A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398CC-CC70-A544-D194-5274F070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7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46CE-F230-9A6D-C21D-AC06AA9D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769FE-32CA-95A8-2515-3E843AEDB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8A791-6864-DEED-C472-DD60E6A90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7B16-1433-75E1-0A92-0ED93847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3F88A-286D-A704-AD72-71C22FD4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1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94305-BE27-4D55-6B28-13A66B5F9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406AA-BA29-2D7F-459C-8BA480A91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F3F6F-5B88-121C-2C6A-006F618F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B9D27-174E-3579-3458-C4BA4D03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8A84A-4615-BF88-DE2B-BC881868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6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A8073A-768A-32FB-BDF1-4D89A8CC2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8AFE4-53F4-AC06-8443-56FE87B69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FB7B1-2882-84BE-9A0C-25340CB65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FBA46-DE2F-45C7-8936-992F47FF95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6716B-55FC-F48A-47A1-BE943B339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9476B-DFEE-6873-BD9B-0B27C8298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A682F-6327-4137-9266-DF0A94E29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15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McGahey (Steyer Content)</dc:creator>
  <cp:lastModifiedBy>Peter McGahey (Steyer Content)</cp:lastModifiedBy>
  <cp:revision>1</cp:revision>
  <dcterms:created xsi:type="dcterms:W3CDTF">2025-11-13T16:12:55Z</dcterms:created>
  <dcterms:modified xsi:type="dcterms:W3CDTF">2025-11-13T16:13:00Z</dcterms:modified>
</cp:coreProperties>
</file>