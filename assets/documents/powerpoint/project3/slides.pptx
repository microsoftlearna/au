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2" r:id="rId4"/>
  </p:sldMasterIdLst>
  <p:sldIdLst>
    <p:sldId id="256" r:id="rId5"/>
    <p:sldId id="258" r:id="rId6"/>
    <p:sldId id="260" r:id="rId7"/>
    <p:sldId id="261" r:id="rId8"/>
    <p:sldId id="266" r:id="rId9"/>
    <p:sldId id="267" r:id="rId10"/>
    <p:sldId id="262" r:id="rId11"/>
    <p:sldId id="264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D51290-A381-45AF-AD9E-D77D76D1249C}" v="3" dt="2020-09-30T16:09:30.4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1" autoAdjust="0"/>
    <p:restoredTop sz="94696" autoAdjust="0"/>
  </p:normalViewPr>
  <p:slideViewPr>
    <p:cSldViewPr snapToGrid="0">
      <p:cViewPr varScale="1">
        <p:scale>
          <a:sx n="76" d="100"/>
          <a:sy n="76" d="100"/>
        </p:scale>
        <p:origin x="456" y="29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B6F91-0350-4B69-9290-9248BE67F6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3427CA-2808-497A-8137-505936C3C5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C9D20-9385-4CD4-814D-A969B7755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69199-5956-4F38-BE70-108A3BA97212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10CC5-F1C4-4AC5-8F24-4A5068E90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B30C4-69CE-42A4-888B-CFDC59388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55371-C8FD-486A-A68B-F6CC33ED1C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7129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0DD84-56BD-4241-823D-7F5A074E6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56AFA-07D3-4700-A27F-3E119DDC9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97022-605F-457B-BCB2-DF4DF03D8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69199-5956-4F38-BE70-108A3BA97212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7140D-D65D-4CDB-B102-B9714B5A4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E1954-9A06-4D57-B35A-14662E42E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55371-C8FD-486A-A68B-F6CC33ED1C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93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97250-B7C7-46B6-A336-F8EBAE846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AC2A12-1CF5-4C54-B8B6-542D90ED5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13981-8149-413B-A05A-B22EB1F12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69199-5956-4F38-BE70-108A3BA97212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9F503-E83C-429E-94FB-72CE7AC8E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9D8AE-5DC3-4538-850A-D1AD247B5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55371-C8FD-486A-A68B-F6CC33ED1C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6405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78F88-9B78-450D-A665-F36707881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D5243-9A43-4521-AC19-051797FB81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D7E0E9-FBEC-40A1-888E-06F0C18D96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D9A0BA-CBE4-4459-A43B-39EE2BADE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69199-5956-4F38-BE70-108A3BA97212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C573D8-2B18-4B3C-B152-74CEF4D5E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856941-B5CF-4010-B5D4-F1BAECCC9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55371-C8FD-486A-A68B-F6CC33ED1C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398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03E51-0C2C-4FDF-A708-5809D6702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18F2AD-0529-4BE7-A045-040490F802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2E55C9-C268-4101-B6CF-51CD1809CE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911944-0F5F-4F41-BD11-8A897C2122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0046AA-DBF0-44AD-BACE-AAAAFCAA30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CED71D-0ECA-4BAE-A7BE-CB41E1C8F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69199-5956-4F38-BE70-108A3BA97212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6624EA-A198-4B1A-9B09-1C78885B1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AB0083-97D4-433F-9243-53BB16B37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55371-C8FD-486A-A68B-F6CC33ED1C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456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3E738-1E6F-4914-B4D0-60FC4EBE5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609655-0F29-4ED2-80F4-F74BA2263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69199-5956-4F38-BE70-108A3BA97212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D3DF67-C9BF-4F98-A993-F2554D083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21C6D9-AEF0-494A-9109-622F9797E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55371-C8FD-486A-A68B-F6CC33ED1C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666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0261B7-0052-4105-8F03-D3BDEF907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69199-5956-4F38-BE70-108A3BA97212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D4E7D5-8F38-42F9-B64E-1419F5AB5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1C4A4A-2653-4565-A093-C2FD0B202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55371-C8FD-486A-A68B-F6CC33ED1C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814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93289-C10E-4F1B-A289-2E1B77284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CAECD-71D7-497F-9DE9-F4B926CEF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2224E8-7F64-4E44-825A-B7640BD653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696C0C-C9ED-4459-83E8-B0F01551C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69199-5956-4F38-BE70-108A3BA97212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914775-4EA9-469B-8281-D878E4FA0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02E138-F7D3-4428-80C4-DB8877418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55371-C8FD-486A-A68B-F6CC33ED1C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90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B160B-A224-4A83-B95E-7D3DA1A43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6A9911-7900-4AA0-A4E8-1BED7FF808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EF8250-EB21-4017-9DAC-54B6FE70B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80D95-B10D-4281-BA92-569E30F72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69199-5956-4F38-BE70-108A3BA97212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AF8434-0613-48C5-8CAC-DCB42AACF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A640FE-DF75-49EC-B801-077FF80E9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55371-C8FD-486A-A68B-F6CC33ED1C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717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386DF-2F5E-4B30-A749-F866F83F6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F698A6-6C5D-49D9-9588-63DAA9D23F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B1494-B6AE-4732-A39F-D4C6612EE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69199-5956-4F38-BE70-108A3BA97212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50E9E-C84D-49CD-8436-DA1A1F1B3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49FDF-BEDD-40EA-8639-E8CFA8F04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55371-C8FD-486A-A68B-F6CC33ED1C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433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A461C5-4219-48E9-B19D-2FF35A0157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EF49F7-55AD-484A-8A4E-EC60C98D05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A9C8E8-70E9-48F4-9440-4024C94A0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69199-5956-4F38-BE70-108A3BA97212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1C8B14-35D9-4DDE-AB9A-5B018762A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2740D-10A9-4BD9-9029-4A4028E0F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55371-C8FD-486A-A68B-F6CC33ED1C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1952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075EE6-F02E-4328-9507-027FE38DC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D9B65E-8C8D-4BF4-9FEC-AA9A55342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77354-C204-4F7E-ABE7-86D0C9A7B4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269199-5956-4F38-BE70-108A3BA97212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745DE-71E7-493E-99A5-48E605DAB3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B4FC0-E22D-4836-98D2-67ED95931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C55371-C8FD-486A-A68B-F6CC33ED1C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530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2ACFE-1397-45F3-ACF7-6C04EE9660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Munson’s Pickles and Preserves Farm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8FBBDB-89CE-4F63-90A7-A015039FEA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Proposal Plan</a:t>
            </a:r>
          </a:p>
          <a:p>
            <a:endParaRPr lang="en-US"/>
          </a:p>
        </p:txBody>
      </p:sp>
      <p:pic>
        <p:nvPicPr>
          <p:cNvPr id="5" name="Picture 4" descr="Munson's logo">
            <a:extLst>
              <a:ext uri="{FF2B5EF4-FFF2-40B4-BE49-F238E27FC236}">
                <a16:creationId xmlns:a16="http://schemas.microsoft.com/office/drawing/2014/main" id="{8A178F3E-95F0-4F1F-8FDD-C3B9FB2EC8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6540" y="2662408"/>
            <a:ext cx="3331460" cy="3073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9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B24BD-5553-4B3A-B38E-5886BAF52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Proposal Overview</a:t>
            </a:r>
            <a:br>
              <a:rPr lang="en-US"/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5DCF2-D735-45B1-B866-252A1DF82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9849"/>
            <a:ext cx="10515600" cy="3157436"/>
          </a:xfrm>
        </p:spPr>
        <p:txBody>
          <a:bodyPr/>
          <a:lstStyle/>
          <a:p>
            <a:r>
              <a:rPr lang="en-US"/>
              <a:t>Munsons' would like to expand the farm to include flowers and plants. </a:t>
            </a:r>
          </a:p>
          <a:p>
            <a:r>
              <a:rPr lang="en-US"/>
              <a:t>To be successful, Munsons' will determine which flowers and plants are in the greatest demand and focus on providing enough of these plants to fulfill customer needs. </a:t>
            </a:r>
          </a:p>
          <a:p>
            <a:r>
              <a:rPr lang="en-US"/>
              <a:t>The farm will explore popular flowers from around the world as well as plants that are native to the area. </a:t>
            </a:r>
          </a:p>
        </p:txBody>
      </p:sp>
    </p:spTree>
    <p:extLst>
      <p:ext uri="{BB962C8B-B14F-4D97-AF65-F5344CB8AC3E}">
        <p14:creationId xmlns:p14="http://schemas.microsoft.com/office/powerpoint/2010/main" val="1420217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DDEAF-216A-4EE3-8F8E-0652E720C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Popular Flowers by Region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4024D-55F1-4689-9FB5-B63AF3664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1204" y="2892136"/>
            <a:ext cx="10515600" cy="3818774"/>
          </a:xfrm>
        </p:spPr>
        <p:txBody>
          <a:bodyPr>
            <a:normAutofit fontScale="25000" lnSpcReduction="20000"/>
          </a:bodyPr>
          <a:lstStyle/>
          <a:p>
            <a:r>
              <a:rPr lang="en-US" dirty="0"/>
              <a:t>Australia: Golden Wattle</a:t>
            </a:r>
          </a:p>
          <a:p>
            <a:r>
              <a:rPr lang="en-US" dirty="0"/>
              <a:t>Singapore: Orchid</a:t>
            </a:r>
          </a:p>
          <a:p>
            <a:r>
              <a:rPr lang="en-US" dirty="0"/>
              <a:t>Cook Islands: </a:t>
            </a:r>
            <a:r>
              <a:rPr lang="en-US" dirty="0" err="1"/>
              <a:t>Tiaré</a:t>
            </a:r>
            <a:r>
              <a:rPr lang="en-US" dirty="0"/>
              <a:t> Flower</a:t>
            </a:r>
          </a:p>
          <a:p>
            <a:r>
              <a:rPr lang="en-US" dirty="0"/>
              <a:t>England: Tudor rose</a:t>
            </a:r>
          </a:p>
          <a:p>
            <a:r>
              <a:rPr lang="en-US" dirty="0"/>
              <a:t>Pakistan: Poet's Jasmine</a:t>
            </a:r>
          </a:p>
          <a:p>
            <a:r>
              <a:rPr lang="en-US" dirty="0"/>
              <a:t>India: Lotus</a:t>
            </a:r>
          </a:p>
          <a:p>
            <a:r>
              <a:rPr lang="en-US" dirty="0"/>
              <a:t>Iran: Persian pearl</a:t>
            </a:r>
          </a:p>
          <a:p>
            <a:r>
              <a:rPr lang="en-US" dirty="0" err="1"/>
              <a:t>Kashmiristan</a:t>
            </a:r>
            <a:r>
              <a:rPr lang="en-US" dirty="0"/>
              <a:t>: Rhododendron</a:t>
            </a:r>
          </a:p>
          <a:p>
            <a:r>
              <a:rPr lang="en-US" dirty="0"/>
              <a:t>Maldives: Pink rose</a:t>
            </a:r>
          </a:p>
          <a:p>
            <a:r>
              <a:rPr lang="en-US" dirty="0"/>
              <a:t>Malaysia: Chinese hibiscus</a:t>
            </a:r>
          </a:p>
          <a:p>
            <a:r>
              <a:rPr lang="en-US" dirty="0"/>
              <a:t>Finland: Lily of the Valley</a:t>
            </a:r>
          </a:p>
          <a:p>
            <a:r>
              <a:rPr lang="en-US" dirty="0"/>
              <a:t>Estonia: Cornflower </a:t>
            </a:r>
          </a:p>
          <a:p>
            <a:r>
              <a:rPr lang="en-US" dirty="0"/>
              <a:t>Nepal: Rhododendron</a:t>
            </a:r>
          </a:p>
          <a:p>
            <a:r>
              <a:rPr lang="en-US" dirty="0"/>
              <a:t>Norway: Palestinian poppy</a:t>
            </a:r>
          </a:p>
          <a:p>
            <a:r>
              <a:rPr lang="en-US" dirty="0"/>
              <a:t>Sri Lanka: Water lily</a:t>
            </a:r>
          </a:p>
          <a:p>
            <a:r>
              <a:rPr lang="en-US" dirty="0"/>
              <a:t>South Korea: Rose of Sharon</a:t>
            </a:r>
          </a:p>
          <a:p>
            <a:r>
              <a:rPr lang="en-US" dirty="0"/>
              <a:t>Afghanistan: Tulip</a:t>
            </a:r>
          </a:p>
          <a:p>
            <a:r>
              <a:rPr lang="en-US" dirty="0"/>
              <a:t>Bangladesh: </a:t>
            </a:r>
            <a:r>
              <a:rPr lang="en-US" dirty="0" err="1"/>
              <a:t>Shapla</a:t>
            </a:r>
            <a:endParaRPr lang="en-US" dirty="0"/>
          </a:p>
          <a:p>
            <a:r>
              <a:rPr lang="en-US" dirty="0"/>
              <a:t>Bhutan: Blue poppy</a:t>
            </a:r>
          </a:p>
          <a:p>
            <a:r>
              <a:rPr lang="en-US" dirty="0"/>
              <a:t>Cambodia: </a:t>
            </a:r>
            <a:r>
              <a:rPr lang="en-US" dirty="0" err="1"/>
              <a:t>Rumduol</a:t>
            </a:r>
            <a:endParaRPr lang="en-US" dirty="0"/>
          </a:p>
          <a:p>
            <a:r>
              <a:rPr lang="en-US" dirty="0"/>
              <a:t>China: Peony</a:t>
            </a:r>
          </a:p>
          <a:p>
            <a:r>
              <a:rPr lang="en-US" dirty="0"/>
              <a:t>Chile: </a:t>
            </a:r>
            <a:r>
              <a:rPr lang="en-US" dirty="0" err="1"/>
              <a:t>Copihue</a:t>
            </a:r>
            <a:endParaRPr lang="en-US" dirty="0"/>
          </a:p>
          <a:p>
            <a:r>
              <a:rPr lang="en-US"/>
              <a:t>Switzerland: </a:t>
            </a:r>
            <a:r>
              <a:rPr lang="en-US" dirty="0"/>
              <a:t>Persian Poppy</a:t>
            </a:r>
          </a:p>
          <a:p>
            <a:r>
              <a:rPr lang="en-US" dirty="0"/>
              <a:t>Iceland: Mountain avens</a:t>
            </a:r>
          </a:p>
          <a:p>
            <a:r>
              <a:rPr lang="en-US" dirty="0"/>
              <a:t>Samoa: Red ginger</a:t>
            </a:r>
          </a:p>
          <a:p>
            <a:r>
              <a:rPr lang="en-US" dirty="0"/>
              <a:t>South Africa: Protea</a:t>
            </a:r>
          </a:p>
          <a:p>
            <a:r>
              <a:rPr lang="en-US" dirty="0"/>
              <a:t>United States: Rose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688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9D5B1-9FC6-4F7B-A145-4BCA37860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Native Plants</a:t>
            </a:r>
            <a:br>
              <a:rPr lang="en-US"/>
            </a:b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4528C0F-475D-4AFE-9D78-78D482098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99365"/>
            <a:ext cx="10515600" cy="400143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/>
              <a:t>Miniature Hollyhock </a:t>
            </a:r>
          </a:p>
          <a:p>
            <a:pPr marL="0" indent="0">
              <a:buNone/>
            </a:pPr>
            <a:r>
              <a:rPr lang="en-US"/>
              <a:t>Alpine Strawberry </a:t>
            </a:r>
          </a:p>
          <a:p>
            <a:pPr marL="0" indent="0">
              <a:buNone/>
            </a:pPr>
            <a:r>
              <a:rPr lang="en-US"/>
              <a:t>Broadleaf Lupine </a:t>
            </a:r>
          </a:p>
          <a:p>
            <a:pPr marL="0" indent="0">
              <a:buNone/>
            </a:pPr>
            <a:r>
              <a:rPr lang="en-US" err="1"/>
              <a:t>Camassia</a:t>
            </a:r>
            <a:r>
              <a:rPr lang="en-US"/>
              <a:t> </a:t>
            </a:r>
          </a:p>
          <a:p>
            <a:pPr marL="0" indent="0">
              <a:buNone/>
            </a:pPr>
            <a:r>
              <a:rPr lang="en-US"/>
              <a:t>Tuft Hairgrass</a:t>
            </a:r>
          </a:p>
          <a:p>
            <a:pPr marL="0" indent="0">
              <a:buNone/>
            </a:pPr>
            <a:r>
              <a:rPr lang="en-US"/>
              <a:t>Fireweed </a:t>
            </a:r>
          </a:p>
          <a:p>
            <a:pPr marL="0" indent="0">
              <a:buNone/>
            </a:pPr>
            <a:r>
              <a:rPr lang="en-US"/>
              <a:t>Oregon </a:t>
            </a:r>
            <a:r>
              <a:rPr lang="en-US" err="1"/>
              <a:t>Grapeholly</a:t>
            </a:r>
            <a:r>
              <a:rPr lang="en-US"/>
              <a:t> </a:t>
            </a:r>
          </a:p>
          <a:p>
            <a:pPr marL="0" indent="0">
              <a:buNone/>
            </a:pPr>
            <a:r>
              <a:rPr lang="en-US"/>
              <a:t>Shooting Star</a:t>
            </a:r>
          </a:p>
          <a:p>
            <a:pPr marL="0" indent="0">
              <a:buNone/>
            </a:pPr>
            <a:r>
              <a:rPr lang="en-US"/>
              <a:t>Broadleaf Sedum</a:t>
            </a:r>
          </a:p>
          <a:p>
            <a:pPr marL="0" indent="0">
              <a:buNone/>
            </a:pPr>
            <a:r>
              <a:rPr lang="en-US"/>
              <a:t>Goatsbeard</a:t>
            </a:r>
          </a:p>
        </p:txBody>
      </p:sp>
    </p:spTree>
    <p:extLst>
      <p:ext uri="{BB962C8B-B14F-4D97-AF65-F5344CB8AC3E}">
        <p14:creationId xmlns:p14="http://schemas.microsoft.com/office/powerpoint/2010/main" val="1246869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C9FC7-B12D-412C-B4CA-51AF12E30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25563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E6E6E6"/>
                </a:solidFill>
              </a:rPr>
              <a:t>Profit consideration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E9327-7DA8-4B1F-8E5F-85F0B240C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To maximize profit, Munsons' is examining whether to build and manage a greenhouse at their main farm in Edison, Washington, or outsource to farms across various planting zones in the United States.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198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5F2F0-B5CA-40C9-A60E-B01D37693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Planting Options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0CA0C6-76CD-436E-BB51-C4222A2868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984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C2FC2-698D-4B3C-90A6-C887469ED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Greenhouse Option</a:t>
            </a:r>
            <a:br>
              <a:rPr lang="en-US"/>
            </a:br>
            <a:endParaRPr lang="en-US"/>
          </a:p>
        </p:txBody>
      </p:sp>
      <p:sp>
        <p:nvSpPr>
          <p:cNvPr id="6" name="Flowchart: Document 5">
            <a:extLst>
              <a:ext uri="{FF2B5EF4-FFF2-40B4-BE49-F238E27FC236}">
                <a16:creationId xmlns:a16="http://schemas.microsoft.com/office/drawing/2014/main" id="{31F0FAFD-0CD1-44A6-8B8C-D21CBA612B55}"/>
              </a:ext>
            </a:extLst>
          </p:cNvPr>
          <p:cNvSpPr/>
          <p:nvPr/>
        </p:nvSpPr>
        <p:spPr>
          <a:xfrm>
            <a:off x="703135" y="2685812"/>
            <a:ext cx="2743200" cy="2286000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Initial cost</a:t>
            </a:r>
          </a:p>
        </p:txBody>
      </p:sp>
      <p:sp>
        <p:nvSpPr>
          <p:cNvPr id="7" name="Flowchart: Document 6">
            <a:extLst>
              <a:ext uri="{FF2B5EF4-FFF2-40B4-BE49-F238E27FC236}">
                <a16:creationId xmlns:a16="http://schemas.microsoft.com/office/drawing/2014/main" id="{9E0AF484-1649-41AD-B1B1-D39B7DB9ABC8}"/>
              </a:ext>
            </a:extLst>
          </p:cNvPr>
          <p:cNvSpPr/>
          <p:nvPr/>
        </p:nvSpPr>
        <p:spPr>
          <a:xfrm>
            <a:off x="4536682" y="2685812"/>
            <a:ext cx="2743200" cy="2286000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Maintenance</a:t>
            </a:r>
          </a:p>
        </p:txBody>
      </p:sp>
      <p:sp>
        <p:nvSpPr>
          <p:cNvPr id="8" name="Flowchart: Document 7">
            <a:extLst>
              <a:ext uri="{FF2B5EF4-FFF2-40B4-BE49-F238E27FC236}">
                <a16:creationId xmlns:a16="http://schemas.microsoft.com/office/drawing/2014/main" id="{36B8848B-A27D-4FB7-9768-551328B1DF1F}"/>
              </a:ext>
            </a:extLst>
          </p:cNvPr>
          <p:cNvSpPr/>
          <p:nvPr/>
        </p:nvSpPr>
        <p:spPr>
          <a:xfrm>
            <a:off x="8370229" y="2685812"/>
            <a:ext cx="2743200" cy="2286000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Operating cost</a:t>
            </a:r>
          </a:p>
        </p:txBody>
      </p:sp>
    </p:spTree>
    <p:extLst>
      <p:ext uri="{BB962C8B-B14F-4D97-AF65-F5344CB8AC3E}">
        <p14:creationId xmlns:p14="http://schemas.microsoft.com/office/powerpoint/2010/main" val="2937269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9C0E8-04F1-4C56-9717-25B2A6CF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Outsourcing 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BC704-92D9-48C2-8580-CAB5D3586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err="1"/>
              <a:t>Zone</a:t>
            </a:r>
            <a:r>
              <a:rPr lang="es-ES"/>
              <a:t> 3- Harlem, Montana</a:t>
            </a:r>
            <a:endParaRPr lang="en-US"/>
          </a:p>
          <a:p>
            <a:r>
              <a:rPr lang="es-ES" err="1"/>
              <a:t>Zone</a:t>
            </a:r>
            <a:r>
              <a:rPr lang="es-ES"/>
              <a:t> 4- Casper, Wyoming</a:t>
            </a:r>
            <a:endParaRPr lang="en-US"/>
          </a:p>
          <a:p>
            <a:r>
              <a:rPr lang="es-ES" err="1"/>
              <a:t>Zone</a:t>
            </a:r>
            <a:r>
              <a:rPr lang="es-ES"/>
              <a:t> 5- Lamar, Colorado</a:t>
            </a:r>
            <a:endParaRPr lang="en-US"/>
          </a:p>
          <a:p>
            <a:r>
              <a:rPr lang="en-US"/>
              <a:t>Zone 6- Christmas Valley, Oregon</a:t>
            </a:r>
          </a:p>
          <a:p>
            <a:r>
              <a:rPr lang="en-US"/>
              <a:t>Zone 7- Kennewick, Washington</a:t>
            </a:r>
          </a:p>
          <a:p>
            <a:r>
              <a:rPr lang="en-US"/>
              <a:t>Zone 8- Edison, Washington</a:t>
            </a:r>
          </a:p>
        </p:txBody>
      </p:sp>
    </p:spTree>
    <p:extLst>
      <p:ext uri="{BB962C8B-B14F-4D97-AF65-F5344CB8AC3E}">
        <p14:creationId xmlns:p14="http://schemas.microsoft.com/office/powerpoint/2010/main" val="1531192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39CB710-F969-441C-86D1-73BEFF715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1295" y="2417729"/>
            <a:ext cx="10720703" cy="430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2AA46E-A9C3-4E35-9C4C-62663F7A1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5A4E5-F93A-47F7-BF83-BB788F39A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5523" y="3559357"/>
            <a:ext cx="9856924" cy="2022543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Munson’s Pickles and Preserves Farm has established a respected, well-known reputation throughout many locations in the United States of America. </a:t>
            </a:r>
          </a:p>
          <a:p>
            <a:r>
              <a:rPr lang="en-US"/>
              <a:t>The passion for providing excellent customer service coupled with their love of nature has provided the farm with the opportunity to expand their business.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1FA984-7CF5-4649-AB5E-DA374E9B8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39394" y="2616323"/>
            <a:ext cx="10113210" cy="3908612"/>
          </a:xfrm>
          <a:prstGeom prst="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608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2AFE94558C8954E9C7EF59C1451E831" ma:contentTypeVersion="8" ma:contentTypeDescription="Create a new document." ma:contentTypeScope="" ma:versionID="3ec3fbed968a4c6a2071bceb27f5f3e3">
  <xsd:schema xmlns:xsd="http://www.w3.org/2001/XMLSchema" xmlns:xs="http://www.w3.org/2001/XMLSchema" xmlns:p="http://schemas.microsoft.com/office/2006/metadata/properties" xmlns:ns2="7f542ff3-fdc0-46c7-8569-db1317948423" targetNamespace="http://schemas.microsoft.com/office/2006/metadata/properties" ma:root="true" ma:fieldsID="68c96d1f707a5206c7cfa64cea2e0d74" ns2:_="">
    <xsd:import namespace="7f542ff3-fdc0-46c7-8569-db131794842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542ff3-fdc0-46c7-8569-db13179484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48B6A91-63E5-4D12-83E5-4BF1F6D34A4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FDBDEB1-75B5-4DA0-A396-1E3C8E55656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f542ff3-fdc0-46c7-8569-db13179484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BCC301A-5BA0-4FC7-A7E1-86AEE1010B50}">
  <ds:schemaRefs>
    <ds:schemaRef ds:uri="http://schemas.microsoft.com/office/2006/metadata/properties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336</Words>
  <Application>Microsoft Office PowerPoint</Application>
  <PresentationFormat>Widescreen</PresentationFormat>
  <Paragraphs>62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Munson’s Pickles and Preserves Farm </vt:lpstr>
      <vt:lpstr>Proposal Overview </vt:lpstr>
      <vt:lpstr>Popular Flowers by Region </vt:lpstr>
      <vt:lpstr>Native Plants </vt:lpstr>
      <vt:lpstr>Profit consideration</vt:lpstr>
      <vt:lpstr>Planting Options</vt:lpstr>
      <vt:lpstr>Greenhouse Option </vt:lpstr>
      <vt:lpstr>Outsourcing Options</vt:lpstr>
      <vt:lpstr>Summary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2022-11-03T11:41:12Z</dcterms:created>
  <dcterms:modified xsi:type="dcterms:W3CDTF">2025-11-13T16:13:21Z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0x01010092AFE94558C8954E9C7EF59C1451E831</vt:lpwstr>
  </property>
</Properties>
</file>