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BEAD2-AED9-8DF2-4B20-487670C37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082163-28BC-96F0-D807-48D7000E5A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177F8-4BF2-AB5E-12D2-23A4766C6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78624-4BA4-41D5-AF6F-6078A5AE125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11F14-F406-6152-9A4F-9159FE091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A3937-8709-C507-5353-09748ADD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ED2CC-7985-4F61-9E17-F6F3250F7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19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38AE8-F324-1D63-D0E0-3EB96E3A6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FCE62-A3A3-B5C3-F0DC-EAD011B66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25F56-0221-8DF6-AE38-D1D9F4BEC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78624-4BA4-41D5-AF6F-6078A5AE125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6DE29-8FC7-BF0F-382F-947CF326A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0CD83-CA56-61A9-8DD3-4E359F879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ED2CC-7985-4F61-9E17-F6F3250F7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361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5882-4578-E17F-20FC-2419788EA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786D5-CCBF-FD5E-EE14-E60E24FAF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402FF-1D9C-B67F-B3C9-D05D227E3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78624-4BA4-41D5-AF6F-6078A5AE125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4A9BE-60B2-EE9E-874C-874AF337A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B7F3B-6910-E6D3-2490-F781B544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ED2CC-7985-4F61-9E17-F6F3250F7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87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F94A0-00DB-8A60-AF8B-106225353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07427-2493-9C5F-CDB0-A070EA73BD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C752A2-8A1B-2774-BFF9-28ACC9E3D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82196-F764-2C45-C051-31F23C6BB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78624-4BA4-41D5-AF6F-6078A5AE125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D7DD3E-AC15-26B8-4D2A-8B9CB562F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321D8-221F-E44F-F27C-A413D05CE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ED2CC-7985-4F61-9E17-F6F3250F7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842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3BE0-303E-B9F7-E7FF-A077BA67E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5B813-8A86-A25A-B052-577555E92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D5FD1-397C-DCD2-F0C2-2111E5BD7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9CCF02-4C91-EF88-745A-76E18867B6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04C0E2-DF49-DE6B-CF1C-7E4A6DE0BE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E7514E-AAFD-9278-E822-234325AB6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78624-4BA4-41D5-AF6F-6078A5AE125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8BAC2C-DB58-63AD-C3B2-9BE5A8A1D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E3639D-81FA-3590-F679-B0C96938F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ED2CC-7985-4F61-9E17-F6F3250F7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71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A6B69-7E59-D4F3-FA94-EB68BA235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318FFE-6294-1267-DDA1-653FB80B0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78624-4BA4-41D5-AF6F-6078A5AE125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C2CFCA-2EDF-344D-4E93-6B6ED33EF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FBF82F-F930-BD1E-DFB4-5B04D31D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ED2CC-7985-4F61-9E17-F6F3250F7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080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E0D832-B8D3-A8F0-8043-383A37E2D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78624-4BA4-41D5-AF6F-6078A5AE125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BFD8D8-70CA-35F5-EC8C-BE71E624C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46188-4E16-446E-24A2-67167A2AF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ED2CC-7985-4F61-9E17-F6F3250F7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564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19CB2-56EE-55E8-9A9E-C3803402D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3C392-BCF0-AB77-2C3C-8355EFD23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CE9BA-3536-0EA8-3F35-41B0B51AE9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561CC-DC0D-32DC-A85A-CAD86AED2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78624-4BA4-41D5-AF6F-6078A5AE125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8B2FF8-6AB6-2FAE-4F3A-824EE9085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7D027-25CF-10EB-D467-2647DDC86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ED2CC-7985-4F61-9E17-F6F3250F7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38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16F80-7F99-CC74-F460-2343E94D7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F251B3-2BE3-7F81-2171-2D470135A2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A3259-9593-70F7-2AB4-9BE4F1E4D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FEB50-7037-AC73-635B-80FC81AE7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78624-4BA4-41D5-AF6F-6078A5AE125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6658F-DADE-1ECE-93D6-E51D63CBF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DF322-5BC2-951B-10FC-5528D90FA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ED2CC-7985-4F61-9E17-F6F3250F7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148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542A7-AC2F-C69C-C64F-437EC8FF2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23554B-BC9D-06CF-E411-88CB6514B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0786E-AB0C-774E-707B-341EAA03C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78624-4BA4-41D5-AF6F-6078A5AE125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498BA-1778-D3F1-83BE-66E2E2A76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7735D-5A3A-DF26-9F17-7646804D0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ED2CC-7985-4F61-9E17-F6F3250F7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9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CDFD90-10C2-E4AE-63AF-382499E640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CC0115-3627-BCDF-C50D-DB93DB3DD3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DF2D1-EA6C-ACF8-B3C4-77466AA4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78624-4BA4-41D5-AF6F-6078A5AE125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FD103-B8B9-0B17-8CE7-43A0F1EB1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99AF7-EB9F-2082-B51D-8D7B0CA53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ED2CC-7985-4F61-9E17-F6F3250F7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23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C348CD-2C47-4753-A624-5EBF7E507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9C5EA-F649-B5BD-EA60-C82D7333E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31C86-6891-0623-34E2-9C246B6E3C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B78624-4BA4-41D5-AF6F-6078A5AE125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956DC-8E57-FC24-05C9-3BD17141F0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DDFF7-3ECD-1C4C-D29B-AA2F49105F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0ED2CC-7985-4F61-9E17-F6F3250F7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84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McGahey (Steyer Content)</dc:creator>
  <cp:lastModifiedBy>Peter McGahey (Steyer Content)</cp:lastModifiedBy>
  <cp:revision>1</cp:revision>
  <dcterms:created xsi:type="dcterms:W3CDTF">2025-11-13T16:12:13Z</dcterms:created>
  <dcterms:modified xsi:type="dcterms:W3CDTF">2025-11-13T16:12:19Z</dcterms:modified>
</cp:coreProperties>
</file>