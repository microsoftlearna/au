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6" autoAdjust="0"/>
  </p:normalViewPr>
  <p:slideViewPr>
    <p:cSldViewPr snapToGrid="0" showGuides="1">
      <p:cViewPr varScale="1">
        <p:scale>
          <a:sx n="76" d="100"/>
          <a:sy n="76" d="100"/>
        </p:scale>
        <p:origin x="480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E04E-87B2-44E5-AAA6-77175332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E7DE1-9BC2-4016-9D39-C1A0C571F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C6754-FA31-4850-B685-8B058FA3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43D91-74F8-4CC5-8E07-7B550251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3F301-A206-4FEE-816E-5446EBEC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2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7F89-5132-4CA4-A8AC-0BA7225E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8B388-01FD-4325-B7FD-6A65BADC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BB5AB-A0C6-4CB2-9BEC-2EE99811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E5D6-35E7-4FCB-AB09-C1B98E0C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ED367-0B76-4C59-A6FC-38E26B9B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4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4357-B26C-4AA5-B3C8-A86C2372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C6F24-6911-41E6-B017-CA1EFA41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EBD8D-E82B-4C38-BEB8-D9F3B562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A9778-9D85-4DB9-BD6C-A4798165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F1C12-08E1-4568-B87A-1CB8C7D8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8372-A969-4499-AB88-B7B7A90E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0FC82-67C2-42A4-9CA4-DA8A86E6A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2B361-FFAB-4D1F-8267-1B97A8D9F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AF24-187B-498E-A394-57DC65A7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0640E-D8A5-4812-B415-37BE3307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E37F4-A086-4ED3-8990-4D79C41B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0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7786-1319-407D-875A-7F98BC90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0ACC3-9202-41E5-8E19-CAA9247EA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11543-CE93-4EF6-B023-AB9F005DD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8380B-1496-4F38-9039-58FE21FC5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64A00-B159-4728-9A78-1D85A81F1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6EB76-5F14-40D3-B27C-6D012017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2C16C-540D-4C8E-88B7-A8F45BBB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DDB5B-FA01-42EB-BEC8-0A744DD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6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10DD-A9AF-47FB-87F1-B0F845D0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163E7-F24F-480D-B963-7DDDE5DD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19994-36E8-4AAA-9EAB-11966D7E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663E1-598E-4997-AEF4-4F174068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1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D06053-6AEA-4B74-AE80-0FE524C5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E4EB9-D286-4774-81D5-883AA4FF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4FE46-1D0B-45EB-9054-BBC67D7E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5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E36B-41CA-43FF-91A6-FDFC50BF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0960A-216F-46E5-82BC-F1989D767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119D1-CAB6-4957-94CC-BAF6078A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143EB-D6F5-4E30-9B09-C098D5DFB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A05E9-4185-40CD-A410-2FC1AD5F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9A26-6E14-44F0-A503-7C88A5FF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5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E6EA-36EB-469E-A713-0959CF7C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81F64-AEF9-4D2A-920F-4241B0A67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EB4A0-52F8-4FFE-A90B-40A5A7E36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D938-82CC-4D77-8225-03D1551BE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8F6B5-CAD9-49AE-8E8B-BC9A4640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5A00A-6936-4530-9733-EFD2701A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8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0718-0E7B-412F-A8F9-2882C35F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EA335-85DC-4A9C-957F-982F10C54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209C-266D-42D3-8DA7-137EDC57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EA033-3712-4068-A3F0-8C0ED1BE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8628C-6BF5-4493-A9AE-6DD27E79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6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87C2E-749B-43E1-8475-D6D3E4944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E8B47-9959-439C-8203-354EAC03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3528C-5341-45BB-934D-37F25731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DB0A4-6019-494B-BB20-FCE012E7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7E3F-83C9-4A6F-B182-CE96FC08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2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B0766-B2C5-4F93-9488-A14FD7F7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6862B-AF73-4D4F-BC08-9DCED8D76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2DEB4-4590-41DF-829E-BE587E8A9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FF4D7-A989-47C2-9792-0B6D9F85CAF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BFB9C-444F-44A6-A975-8E7BBA873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6F07C-4CDB-4920-9D0E-498ED47DB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42CBF-76B3-4806-B714-DEFCF8F1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2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0B5D-EC21-4A3B-8C38-361C4995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9B18-BB57-44AE-B8ED-D1A12A70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458" y="2337697"/>
            <a:ext cx="8521084" cy="4188525"/>
          </a:xfrm>
        </p:spPr>
        <p:txBody>
          <a:bodyPr>
            <a:normAutofit/>
          </a:bodyPr>
          <a:lstStyle/>
          <a:p>
            <a:r>
              <a:rPr lang="en-US" sz="2400" dirty="0"/>
              <a:t>The Munsons have been raising crops and honeybees on their farm since the mid-1800s. </a:t>
            </a:r>
          </a:p>
          <a:p>
            <a:r>
              <a:rPr lang="en-US" sz="2400" dirty="0"/>
              <a:t>Today, the farm grows over 100 acres of fresh vegetables and maintains 40 hives of honeybees. </a:t>
            </a:r>
          </a:p>
          <a:p>
            <a:r>
              <a:rPr lang="en-US" sz="2400" dirty="0"/>
              <a:t>A variety of venues and markets around the community sell the produce and honey. </a:t>
            </a:r>
          </a:p>
          <a:p>
            <a:r>
              <a:rPr lang="en-US" sz="2400" dirty="0"/>
              <a:t>Munsons' employs 20 field and processing employees and welcomes the help of dozens of volunteers. </a:t>
            </a:r>
          </a:p>
        </p:txBody>
      </p:sp>
    </p:spTree>
    <p:extLst>
      <p:ext uri="{BB962C8B-B14F-4D97-AF65-F5344CB8AC3E}">
        <p14:creationId xmlns:p14="http://schemas.microsoft.com/office/powerpoint/2010/main" val="427247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423e51-d511-444f-81cf-d2e1e59fdabb" xsi:nil="true"/>
    <lcf76f155ced4ddcb4097134ff3c332f xmlns="7f542ff3-fdc0-46c7-8569-db131794842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AFE94558C8954E9C7EF59C1451E831" ma:contentTypeVersion="12" ma:contentTypeDescription="Create a new document." ma:contentTypeScope="" ma:versionID="57ef791a591c8041961c8f83f047afd7">
  <xsd:schema xmlns:xsd="http://www.w3.org/2001/XMLSchema" xmlns:xs="http://www.w3.org/2001/XMLSchema" xmlns:p="http://schemas.microsoft.com/office/2006/metadata/properties" xmlns:ns2="7f542ff3-fdc0-46c7-8569-db1317948423" xmlns:ns3="98423e51-d511-444f-81cf-d2e1e59fdabb" targetNamespace="http://schemas.microsoft.com/office/2006/metadata/properties" ma:root="true" ma:fieldsID="c0624432c1353dfc984f05402c646431" ns2:_="" ns3:_="">
    <xsd:import namespace="7f542ff3-fdc0-46c7-8569-db1317948423"/>
    <xsd:import namespace="98423e51-d511-444f-81cf-d2e1e59fda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42ff3-fdc0-46c7-8569-db1317948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0295f96-edae-4e92-8ee8-e84b036df7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423e51-d511-444f-81cf-d2e1e59fdab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a1f1843-6a10-455e-b918-89bf9fd1e01a}" ma:internalName="TaxCatchAll" ma:showField="CatchAllData" ma:web="98423e51-d511-444f-81cf-d2e1e59fda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338596-7F2E-4818-A50A-FD0602FEFDAE}">
  <ds:schemaRefs>
    <ds:schemaRef ds:uri="http://schemas.microsoft.com/office/2006/metadata/properties"/>
    <ds:schemaRef ds:uri="http://schemas.microsoft.com/office/infopath/2007/PartnerControls"/>
    <ds:schemaRef ds:uri="98423e51-d511-444f-81cf-d2e1e59fdabb"/>
    <ds:schemaRef ds:uri="7f542ff3-fdc0-46c7-8569-db1317948423"/>
  </ds:schemaRefs>
</ds:datastoreItem>
</file>

<file path=customXml/itemProps2.xml><?xml version="1.0" encoding="utf-8"?>
<ds:datastoreItem xmlns:ds="http://schemas.openxmlformats.org/officeDocument/2006/customXml" ds:itemID="{2E6172D1-7249-4BFD-A1DA-4BAD7627D6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818613-1536-4029-903A-4DC91C252C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542ff3-fdc0-46c7-8569-db1317948423"/>
    <ds:schemaRef ds:uri="98423e51-d511-444f-81cf-d2e1e59fda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Background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2022-11-03T11:09:35Z</dcterms:created>
  <dcterms:modified xsi:type="dcterms:W3CDTF">2025-11-13T16:10:50Z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0x01010092AFE94558C8954E9C7EF59C1451E831</vt:lpwstr>
  </property>
</Properties>
</file>