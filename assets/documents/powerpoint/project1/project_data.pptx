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C6E11-6FD1-EEE2-8FCA-08A3845C1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11756-A076-C868-3A0B-A93AD402E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ABF3-0162-A98B-EA0B-8D75541B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E3850-D6C6-9E12-E3F0-19E62507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6AFB-B96E-FACC-049F-D6DDE5D7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5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768E-E17E-BD19-DCA9-34B218FE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F79E2-77FC-4F52-6D3A-3C8B9C6B3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2C57D-394D-0FDF-1DBD-AA9F0979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BEFB-C3E6-473C-25E8-E2FB2B09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2AD6D-4B2B-1810-33A7-7E4F7A94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8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0965-8DE6-B2DA-DB51-91B25A9A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C022C-8587-8304-E76D-F79DA4834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3D9D8-1FB7-299D-8AA8-240290E4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941A8-54A4-16DC-3160-8AFB15B2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8C3F6-BC8D-0EDB-809A-1257B760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3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22C1-83C8-ACA2-2323-B4C11A14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F9BD-FD23-CAEE-74BE-FF31DE0F1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D452E-875E-D2E8-07A7-3C7C61261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1C5DD-257D-D543-DA87-93DB7A05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11633-0A06-2907-1423-C1F2CF80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540ED-A103-1891-F631-398EF4F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0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FFBE-5E36-0D61-C172-A74B9835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C4956-7701-4DE4-5581-1ADD3B25D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79E79-D551-16B5-0AF1-DBFA1EF5C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4BE34-854A-EB93-98FB-F04896EA7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82308-2473-8E6B-D14B-2A642A03F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B50B6-CC56-E30A-D66D-C4E0BE70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7D44C-7BB9-DA73-F34B-B5326DC7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64779-49B2-03DD-56A6-AD3D3D66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7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2567-983A-2CB3-F606-8C06B048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8E073-0EE8-3ABA-DD52-F6EDC58C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1C7FE-AEB7-EBEF-A807-78E31A8E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A06E8-F33B-1812-4BE6-29969950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3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96A9B-C650-A909-5CF9-7613448B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9F22F-5D3E-3426-D863-25470EAD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9DD0B-5355-586A-3095-7D616ABF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8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1C3D-C79F-4E0A-93C3-973E250E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BB25-6FA3-965A-3F2D-9BBB9726A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0A436-E049-A683-83F1-290A3BA57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DCEEF-C98D-4611-9D0C-29296D9D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D774A-E199-BD69-637C-31E4EBBF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4C7CD-63D9-E91E-835D-66C865F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1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6011-0E1D-E81D-42ED-58F5D5AB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CB179-AA5F-F416-54C2-862519483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6C3B4-A8F8-FB5D-3869-29C32565F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54868-5B81-2745-A852-19663B65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337D2-3912-F0A0-4A87-4D81F55D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FFEE8-3948-4E75-D6B4-9C1AB74A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0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8C91-9492-A4C7-A87C-4D57E15A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F952A-0242-EF41-D48D-CA7E4900D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71D7-94E8-7F94-10F6-76E5E5C7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5A0A0-77E0-95EA-DB84-2B9FF066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C0098-95D7-D3AC-98FF-2582D616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75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BEA57-0A92-99E0-6F38-71AAF6571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7E21B-E1B4-D0E7-63B9-2FD78126D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7A55-08D1-E528-8E6B-6B8BF7FA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A8DA5-0C1E-46CD-F5E2-811A6811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7754A-C857-83F2-5454-598B63C6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4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1D770-3B28-96D4-722F-0F60082C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0D2A8-D145-2208-3296-30794791C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2FAB-8A97-02D2-7937-E4D548C3C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4B9EF-9604-4F71-BC7B-D85640B32D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FD063-20BF-E4DF-ECEB-C39B37838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61E6F-566B-27A7-649F-D74D5E6E0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3D028-B8EF-477C-8E5C-7A5545BE5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9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McGahey (Steyer Content)</dc:creator>
  <cp:lastModifiedBy>Peter McGahey (Steyer Content)</cp:lastModifiedBy>
  <cp:revision>1</cp:revision>
  <dcterms:created xsi:type="dcterms:W3CDTF">2025-11-13T16:11:33Z</dcterms:created>
  <dcterms:modified xsi:type="dcterms:W3CDTF">2025-11-13T16:11:39Z</dcterms:modified>
</cp:coreProperties>
</file>